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DocStruct Rich Slide 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1: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문서 타입: DOCX, PPTX, PPT</a:t>
            </a:r>
          </a:p>
          <a:p>
            <a:pPr lvl="0"/>
            <a:r>
              <a:rPr/>
              <a:t>검증 요소: 수식, 표, 코드, 한글/영문 혼합</a:t>
            </a:r>
          </a:p>
          <a:p>
            <a:pPr lvl="0"/>
            <a:r>
              <a:rPr/>
              <a:t>샘플 값: 3.14159, 2.71828, 1.61803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2: 수식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인라인 수식: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π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r>
                                <m:t>i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2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6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3: 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Q4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매출(백만)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비용(백만)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이익(백만)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4: 코드/텍스트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fib(n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match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_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fib(n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fib(n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한글 문장: 파서 정확도와 재현성을 함께 검증합니다.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DocStruct Rich Slide Test</dc:title>
  <dc:creator/>
  <cp:keywords/>
  <dcterms:created xsi:type="dcterms:W3CDTF">2026-03-03T03:25:33Z</dcterms:created>
  <dcterms:modified xsi:type="dcterms:W3CDTF">2026-03-03T03:25:33Z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